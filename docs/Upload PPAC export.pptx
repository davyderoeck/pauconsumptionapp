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D2621-D2B7-9E8F-A303-75725EB95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0B0E34-9C70-BE98-74A2-5A3B2056F1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FCB7E-B0A4-571D-FFCE-E94E360BC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64790-7034-1970-6EF4-99E74ECCA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471A-22FC-8439-5848-DB76BF852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7931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1BD3-2992-DC54-FA9A-D398A3B0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63C0A-5E1B-437E-C29D-852BA6395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4DB9B-A731-566F-0308-5B454EFF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FD36C-F4B7-1D9E-A1B1-535DB4F3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B3F60-30D4-F772-FD78-8C495CA0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45175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2418-90AC-9C93-3B54-7C65DAC3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0E80D-16DE-1A39-1504-E272B4573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636D-5925-6F86-18E3-F4D6A273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6CB63-E84B-27D8-C10A-32637054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CA4AC-E7B3-E26C-A960-F39CFA29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36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0D82A-F63D-AB3A-ED93-CBAFA567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9A2D7-FA98-B140-C017-6D3E3DA69C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00F49-3E11-2D4E-5677-CA7EBE19D6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34164-10B4-1E3A-0F9C-AA6205FF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66C8F-78AC-9A34-5CC2-23FD199A3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52BDA-1DB0-B874-CDA5-C4FD5E3A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4985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BE1EE-EDE7-A0F4-662F-9B2D1C8C8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15AADF-FDE1-D2D0-2142-992F4FD60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C15C0-D854-68FA-99F6-99DFF44DE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806B9-2A3F-CF0B-D53B-02FF9D07C8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6C02F1-5CE6-C30C-E3F7-F69D613F7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CC6BC-FDB1-1A25-AC56-714EF6851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7BAA68-4CAC-770B-97B7-E721E79E0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A43CD-30BA-0C82-2F39-A61E0D19D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5431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1966D-15EE-45FE-1F9C-2869F236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3B3A28-D078-F324-A2EA-7C2B558E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6743E2-3CC9-287E-6FD1-1C4D5A322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8EFA0B-5AFF-51FD-F2FD-90B23435A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70332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AB8340-6F8E-1DEB-1668-A09029C2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5BA43E-329E-80A1-0617-DA2684606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14C1F-5AD5-6ABC-EDBD-33094A77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5605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F787C-196C-B791-412A-111A840CD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E3CDE-D63A-139B-3A8D-AD38ED928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AE8E7-F238-64AC-58DF-E2C6342FC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104DC-ADC3-AEF7-0C4F-9ACE685D5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0D8FD-4AD5-FCAA-9646-999AD88F9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0B5F0-90EF-26A3-E3AD-6B814D58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695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2930-6971-8454-0372-F06ADADBE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262DF5-82B6-2747-E62B-D6918C222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3EE8D-2E14-988E-7CE1-BCB1BF62C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9F061D-A3F7-D7CB-B260-273285659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B1713-5766-3403-5B2F-88463D42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42956-553E-9913-9AA8-3DFCAE90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83804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F1AAA-2BBD-AD0C-95D3-75C7D4D6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AB94F-C5B2-1255-416D-4BDB4FCDDC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26D2-A4F7-A079-C377-8F540B91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2DEA6-E1F6-56C3-C511-472BF541F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7269F-25A0-0573-1CD5-D750DAA5A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1380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D193C-F2F2-D08F-087E-E65AE210A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86995-9932-64C6-FEE1-6106DB9F5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77823-219B-2DE9-9AFA-7D3703E4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119D0-A2A3-9789-6EF9-1904AE21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B9663-4AE2-F8BF-D9BB-C914E7123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08443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6BF63C-3898-2291-17E0-0F80A0F0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64C39-75EA-939C-981F-6016E38C0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208E0-2EE9-6FBE-E142-A2F44CF2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6380E-BB09-4A72-983D-E52A02374490}" type="datetimeFigureOut">
              <a:rPr lang="en-BE" smtClean="0"/>
              <a:t>25/03/2026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C3929-5A90-ADFA-E268-6A16DB2BF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68558-ABCB-17BA-4C7E-5C7BD524D6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6D1C5-3854-427F-913D-C7A2FD99CB04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16454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10A1C1-584D-2AC4-0458-869CD84BA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24E3381-64DB-9556-1DA4-ED16BDCD3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>
                <a:solidFill>
                  <a:schemeClr val="tx1">
                    <a:lumMod val="85000"/>
                    <a:lumOff val="15000"/>
                  </a:schemeClr>
                </a:solidFill>
              </a:rPr>
              <a:t>Upload PPAC export</a:t>
            </a:r>
            <a:endParaRPr lang="en-US" sz="3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90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4AA89C-32A7-91C8-6051-221502001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11B6033-BE54-ABA1-6D2B-5B7CBD157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3EB1B3-7171-758A-62B4-37F54A617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93F579-BA81-45B6-EB98-A5E63CB2B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 compliance overview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01E5770-DA89-8A4D-F754-318908E8C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7CC8F1-03D3-269F-F684-D9783BC1E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58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C549C-AB5F-5B3C-B32B-315774EA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364E2AD-6EBB-9C84-D923-6B8365BF1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99" b="589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5B9AC6-D9F1-7D0F-D6F0-125BF1B26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EF7A30-FD6E-66E2-9527-B1BD25085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 drill-down by environment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04005B-95EF-B529-EC1F-AF13D27E3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01062F-5B38-B262-F52F-69B904FD6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25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88E4DB-64D1-A49A-7FFB-E73AAD78B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FAD27AC-8B9A-CC91-0F8D-98360C700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6" b="555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A78662-1F0F-6468-90E3-E155E6EB7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703251B-FB47-44E9-889A-88155EE2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Environment 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C0C646F-82D2-9F12-6AB0-98FC4522C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FA8757-10C3-3400-0E5B-DF3F54A8C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691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AFD8AF-B64C-36B7-081D-10E63808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360685E-A284-ED9F-76DA-EE04E105F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3" b="56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9DED69-C163-862F-EDCC-42C3DC277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8F809D6-ED78-E995-097E-739660C2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Adjustable pricing settings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4C5BE34-43E1-0505-A1ED-E3D94921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51CFEC8-A43D-66CD-CD40-C1A15B8A92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1933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</Words>
  <Application>Microsoft Office PowerPoint</Application>
  <PresentationFormat>Widescreen</PresentationFormat>
  <Paragraphs>5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Upload PPAC export</vt:lpstr>
      <vt:lpstr>User compliance overview</vt:lpstr>
      <vt:lpstr>User drill-down by environment</vt:lpstr>
      <vt:lpstr>Environment view</vt:lpstr>
      <vt:lpstr>Adjustable pricing settings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Davy De Roeck</dc:creator>
  <cp:lastModifiedBy>Davy De Roeck</cp:lastModifiedBy>
  <cp:revision>1</cp:revision>
  <dcterms:created xsi:type="dcterms:W3CDTF">2026-03-25T14:51:06Z</dcterms:created>
  <dcterms:modified xsi:type="dcterms:W3CDTF">2026-03-25T14:56:50Z</dcterms:modified>
</cp:coreProperties>
</file>